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57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7D71-0322-C9D0-F3C6-99D9C8688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9C9C9-9660-A526-C408-FC3E1E66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68B9D-FFDA-24B7-9B2F-8B70F29A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A22A3-F6BA-8568-1779-F6EF5A5F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72AF9-6970-8BA4-F1CB-28012CC2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21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0466-5802-C7C1-0285-E920A32E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B60D0-2613-6D1F-78AF-4B16D0B47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93693-C2B5-A398-9197-ED3BBE97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1BB50-811C-DF08-D081-7B60B86A7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36FCB-03DE-6E46-D667-E4E1B7D0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6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3DBC-256E-F897-F97C-D8C6642C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5B110-F070-AF75-9537-CC40E7524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68E95-2B93-46F2-08A5-4577ED77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9676D-E81B-0607-6C48-DDE1B4AE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BFD68-59B4-96F5-26AA-B1579B2C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8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D6C8-94AD-CE9A-2CFD-1F8B26B7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4FCA-E031-1A2E-E9E3-BB1BB46DF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04C57-B2E3-DAD8-AD23-EC46CF678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2EA1C-B06A-984E-7B8E-62646F1B8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5CCD7-FAF2-F72C-9E33-DEE2D15A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1AF4A-9860-FFF6-E72B-0DDCC0BD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2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F064-36AE-5744-832F-B884E41C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449B-617F-FF6E-297E-8CCECABB6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2AB33-5C18-5977-A48F-F089D5AAE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39B1C-4D58-953F-DF2D-6D2E7161A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ED00D-BCE8-A051-76D9-B4BE3B8AE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AE0A16-7B83-EC47-1489-CEA419506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C11F40-BE8E-C14D-4D17-C10180F7B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31C33-8C8E-8C68-C41B-76B264A6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55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B9349-E45E-39F3-58F1-B6F410BD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56A26F-76FF-BEE6-7EA6-92E839DA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FB05F-829C-8BD9-E274-008FACB5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6F760-4BE6-E2E9-26EF-E0741FF0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1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DB432-D00F-165E-BC9C-5D6B391A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DE490-CECE-2128-1EEF-720DF8F9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06E6E-C5CA-91EA-D9C2-F670CF50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65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805F-C8E0-7196-3E83-D4E82C56F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9D9B8-DEFB-5C5B-CD04-06F33A7FB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4BF46-6ACE-BA76-6AEA-C7943EBF6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9B407-5EBF-0730-AF15-C2CA2F93A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AE203-2C77-BA90-195A-79CA54B7E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614FB-388E-F2B9-A5A3-8EF2AD24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7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108D-8887-0508-3F29-59382EA4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82C27-3216-B9C0-1F66-339E358F9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6930B-407E-5E64-C9F7-7CEE82470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CBE1C-C209-359C-1F41-A5A991111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EF9D2-62EB-DC49-0B90-7FFE8E6A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83A4D-DBC3-5E0F-35B5-B05AC8D25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8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6A81-21E0-0DE5-EAA5-FC2C1FEA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801F3-CF36-667C-1050-6672DB490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6CBD4-5A23-CBB4-7267-B494FB1D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89F23-5FE3-FE38-315F-DF2F0B0F9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EE0AC-037B-01E5-25F7-95F4D733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69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98244A-6B56-8697-C081-4F4353A01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BD1D6-FB4D-CA2E-9AD4-91E377B6D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84DD1-DF12-6A4D-6AEC-2CD52460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C65FE-D2E9-1A98-6C95-B84ED8726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78FC2-30E7-AFC2-E75D-DE21E192E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0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F8E6FF-38A6-C4E0-4832-933B5C90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77EDE-028E-4F0F-8E3F-24AD6EB45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AD6C1-1E35-6D69-6195-767619E85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23F7A-2E8F-4C88-A1D2-E532E0AC010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E4F68-DE49-1AF1-D111-7036C24E2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B3B45-701C-21A8-8CF0-A35BF8E9A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2E33C-C28E-46D2-BE6E-90C0D83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0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be 20">
            <a:extLst>
              <a:ext uri="{FF2B5EF4-FFF2-40B4-BE49-F238E27FC236}">
                <a16:creationId xmlns:a16="http://schemas.microsoft.com/office/drawing/2014/main" id="{F469C259-3428-08FE-9203-C27BCD6A382E}"/>
              </a:ext>
            </a:extLst>
          </p:cNvPr>
          <p:cNvSpPr/>
          <p:nvPr/>
        </p:nvSpPr>
        <p:spPr>
          <a:xfrm>
            <a:off x="6514937" y="2577093"/>
            <a:ext cx="1412665" cy="1571453"/>
          </a:xfrm>
          <a:prstGeom prst="cube">
            <a:avLst>
              <a:gd name="adj" fmla="val 7230"/>
            </a:avLst>
          </a:prstGeom>
          <a:solidFill>
            <a:schemeClr val="bg1"/>
          </a:solidFill>
          <a:scene3d>
            <a:camera prst="orthographicFront"/>
            <a:lightRig rig="threePt" dir="t"/>
          </a:scene3d>
          <a:sp3d prstMaterial="dkEdg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36A4569A-6A5E-CFD1-9D57-8017E0330E15}"/>
              </a:ext>
            </a:extLst>
          </p:cNvPr>
          <p:cNvSpPr/>
          <p:nvPr/>
        </p:nvSpPr>
        <p:spPr>
          <a:xfrm>
            <a:off x="623588" y="2406002"/>
            <a:ext cx="2994925" cy="3393587"/>
          </a:xfrm>
          <a:prstGeom prst="can">
            <a:avLst>
              <a:gd name="adj" fmla="val 1964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ctr"/>
            <a:endParaRPr lang="en-US" sz="1400">
              <a:ln>
                <a:solidFill>
                  <a:schemeClr val="accent1">
                    <a:shade val="15000"/>
                  </a:schemeClr>
                </a:solidFill>
              </a:ln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3" name="Picture 12" descr="A blue logo with a white background&#10;&#10;AI-generated content may be incorrect.">
            <a:extLst>
              <a:ext uri="{FF2B5EF4-FFF2-40B4-BE49-F238E27FC236}">
                <a16:creationId xmlns:a16="http://schemas.microsoft.com/office/drawing/2014/main" id="{97921C0A-C66C-91E9-3C3E-EC00BD8B8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61" y="3091243"/>
            <a:ext cx="2830035" cy="1415801"/>
          </a:xfrm>
          <a:prstGeom prst="rect">
            <a:avLst/>
          </a:prstGeom>
          <a:ln>
            <a:noFill/>
          </a:ln>
        </p:spPr>
      </p:pic>
      <p:pic>
        <p:nvPicPr>
          <p:cNvPr id="30" name="Picture 29" descr="A black hexagon with green balls&#10;&#10;Description automatically generated">
            <a:extLst>
              <a:ext uri="{FF2B5EF4-FFF2-40B4-BE49-F238E27FC236}">
                <a16:creationId xmlns:a16="http://schemas.microsoft.com/office/drawing/2014/main" id="{88E33611-91B1-9A5D-11CB-3373ECC87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137" y="3449064"/>
            <a:ext cx="1039862" cy="121055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Picture 18" descr="A logo of a company&#10;&#10;AI-generated content may be incorrect.">
            <a:extLst>
              <a:ext uri="{FF2B5EF4-FFF2-40B4-BE49-F238E27FC236}">
                <a16:creationId xmlns:a16="http://schemas.microsoft.com/office/drawing/2014/main" id="{591CA352-4459-5833-9173-F7E976D0D4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760" y="2894669"/>
            <a:ext cx="1050390" cy="1069022"/>
          </a:xfrm>
          <a:prstGeom prst="rect">
            <a:avLst/>
          </a:prstGeom>
        </p:spPr>
      </p:pic>
      <p:sp>
        <p:nvSpPr>
          <p:cNvPr id="34" name="Cube 33">
            <a:extLst>
              <a:ext uri="{FF2B5EF4-FFF2-40B4-BE49-F238E27FC236}">
                <a16:creationId xmlns:a16="http://schemas.microsoft.com/office/drawing/2014/main" id="{79294B85-0347-F13D-9736-E2E2BF5AA9D9}"/>
              </a:ext>
            </a:extLst>
          </p:cNvPr>
          <p:cNvSpPr/>
          <p:nvPr/>
        </p:nvSpPr>
        <p:spPr>
          <a:xfrm>
            <a:off x="6508549" y="4328325"/>
            <a:ext cx="1412665" cy="1571453"/>
          </a:xfrm>
          <a:prstGeom prst="cube">
            <a:avLst>
              <a:gd name="adj" fmla="val 7230"/>
            </a:avLst>
          </a:prstGeom>
          <a:solidFill>
            <a:schemeClr val="bg1"/>
          </a:solidFill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A logo of a company&#10;&#10;AI-generated content may be incorrect.">
            <a:extLst>
              <a:ext uri="{FF2B5EF4-FFF2-40B4-BE49-F238E27FC236}">
                <a16:creationId xmlns:a16="http://schemas.microsoft.com/office/drawing/2014/main" id="{D8944F29-87B4-16C0-04C1-135D2CE48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372" y="4645901"/>
            <a:ext cx="1050390" cy="1069022"/>
          </a:xfrm>
          <a:prstGeom prst="rect">
            <a:avLst/>
          </a:prstGeom>
        </p:spPr>
      </p:pic>
      <p:pic>
        <p:nvPicPr>
          <p:cNvPr id="62" name="Picture 61" descr="A black hexagon with green balls&#10;&#10;Description automatically generated">
            <a:extLst>
              <a:ext uri="{FF2B5EF4-FFF2-40B4-BE49-F238E27FC236}">
                <a16:creationId xmlns:a16="http://schemas.microsoft.com/office/drawing/2014/main" id="{A9C62C88-1D39-1D24-3377-DF4CBB3EE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568" y="2697552"/>
            <a:ext cx="347127" cy="45776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3BEE35-84D6-C500-5FA4-BC57B803D56F}"/>
              </a:ext>
            </a:extLst>
          </p:cNvPr>
          <p:cNvSpPr/>
          <p:nvPr/>
        </p:nvSpPr>
        <p:spPr>
          <a:xfrm>
            <a:off x="233464" y="1884471"/>
            <a:ext cx="3815542" cy="4455622"/>
          </a:xfrm>
          <a:prstGeom prst="round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FB5445-143A-727E-F6B4-601EE120B54F}"/>
              </a:ext>
            </a:extLst>
          </p:cNvPr>
          <p:cNvSpPr txBox="1"/>
          <p:nvPr/>
        </p:nvSpPr>
        <p:spPr>
          <a:xfrm>
            <a:off x="1029462" y="1711893"/>
            <a:ext cx="21663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SQL Server 2025 AI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47E558-27EF-BD1C-F94E-8522206B1EB7}"/>
              </a:ext>
            </a:extLst>
          </p:cNvPr>
          <p:cNvSpPr txBox="1"/>
          <p:nvPr/>
        </p:nvSpPr>
        <p:spPr>
          <a:xfrm>
            <a:off x="699360" y="4861212"/>
            <a:ext cx="2834640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/>
              <a:t>AI_GENERATE_EMBEDDINGS</a:t>
            </a:r>
            <a:endParaRPr lang="en-US"/>
          </a:p>
          <a:p>
            <a:pPr algn="ctr"/>
            <a:endParaRPr lang="en-US" sz="1100"/>
          </a:p>
          <a:p>
            <a:pPr algn="ctr"/>
            <a:r>
              <a:rPr lang="en-US" sz="1100"/>
              <a:t>SP_INVOKE_EXTERNAL_RESTENDPOINT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19B2461-5EAD-4043-9843-A8A3EC0BACF2}"/>
              </a:ext>
            </a:extLst>
          </p:cNvPr>
          <p:cNvCxnSpPr>
            <a:cxnSpLocks/>
          </p:cNvCxnSpPr>
          <p:nvPr/>
        </p:nvCxnSpPr>
        <p:spPr>
          <a:xfrm flipH="1" flipV="1">
            <a:off x="3601887" y="3658011"/>
            <a:ext cx="2890765" cy="27020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D18EE9-35D9-0CF3-ACE9-842DB349C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602713" y="2962848"/>
            <a:ext cx="2907453" cy="27020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lg"/>
            <a:tailEnd type="arrow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4431C81-D25B-2002-D9DC-4EE02995F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604198" y="4647696"/>
            <a:ext cx="2910739" cy="14582"/>
          </a:xfrm>
          <a:prstGeom prst="line">
            <a:avLst/>
          </a:prstGeom>
          <a:ln w="12700" cap="rnd">
            <a:solidFill>
              <a:schemeClr val="tx1"/>
            </a:solidFill>
            <a:headEnd type="none" w="lg" len="lg"/>
            <a:tailEnd type="arrow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EFCD5B2-0AAE-4ECB-2A18-15870A1E0F9D}"/>
              </a:ext>
            </a:extLst>
          </p:cNvPr>
          <p:cNvCxnSpPr>
            <a:cxnSpLocks/>
          </p:cNvCxnSpPr>
          <p:nvPr/>
        </p:nvCxnSpPr>
        <p:spPr>
          <a:xfrm flipH="1" flipV="1">
            <a:off x="3604341" y="5348264"/>
            <a:ext cx="2888311" cy="12832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1" name="TextBox 30">
            <a:extLst>
              <a:ext uri="{FF2B5EF4-FFF2-40B4-BE49-F238E27FC236}">
                <a16:creationId xmlns:a16="http://schemas.microsoft.com/office/drawing/2014/main" id="{302F225E-05FA-1FCD-9BE7-69BE466D6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97178" y="2758433"/>
            <a:ext cx="1583541" cy="399604"/>
          </a:xfrm>
          <a:prstGeom prst="roundRect">
            <a:avLst>
              <a:gd name="adj" fmla="val 28094"/>
            </a:avLst>
          </a:prstGeom>
          <a:ln w="1270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defTabSz="914367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OpenAI </a:t>
            </a:r>
            <a:r>
              <a:rPr lang="en-US" sz="1200" b="1" dirty="0">
                <a:solidFill>
                  <a:srgbClr val="000000"/>
                </a:solidFill>
                <a:latin typeface="Segoe UI Semibold"/>
              </a:rPr>
              <a:t>https request</a:t>
            </a:r>
            <a:endParaRPr lang="en-US" b="1" dirty="0" err="1">
              <a:ea typeface="+mn-ea"/>
              <a:cs typeface="+mn-cs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726364B-F2A1-3659-293E-9DC6738BE5BB}"/>
              </a:ext>
            </a:extLst>
          </p:cNvPr>
          <p:cNvCxnSpPr>
            <a:cxnSpLocks/>
          </p:cNvCxnSpPr>
          <p:nvPr/>
        </p:nvCxnSpPr>
        <p:spPr>
          <a:xfrm flipH="1" flipV="1">
            <a:off x="7927602" y="2965548"/>
            <a:ext cx="2356905" cy="10810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A10909-D2B5-662E-BE78-D6CF8DBC8F10}"/>
              </a:ext>
            </a:extLst>
          </p:cNvPr>
          <p:cNvCxnSpPr>
            <a:cxnSpLocks/>
          </p:cNvCxnSpPr>
          <p:nvPr/>
        </p:nvCxnSpPr>
        <p:spPr>
          <a:xfrm flipH="1">
            <a:off x="7915188" y="3921329"/>
            <a:ext cx="2393018" cy="21617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11BEBE1-4062-08A4-16F4-FCBE933DDC93}"/>
              </a:ext>
            </a:extLst>
          </p:cNvPr>
          <p:cNvSpPr/>
          <p:nvPr/>
        </p:nvSpPr>
        <p:spPr>
          <a:xfrm>
            <a:off x="5991044" y="2228508"/>
            <a:ext cx="2342590" cy="4172734"/>
          </a:xfrm>
          <a:prstGeom prst="round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49D7896-70A0-2E12-F289-50DF4FFB30BB}"/>
              </a:ext>
            </a:extLst>
          </p:cNvPr>
          <p:cNvSpPr/>
          <p:nvPr/>
        </p:nvSpPr>
        <p:spPr>
          <a:xfrm>
            <a:off x="9709355" y="1838091"/>
            <a:ext cx="2196600" cy="4455622"/>
          </a:xfrm>
          <a:prstGeom prst="round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FA1B25-346C-83F4-A543-29F8C9AF54DB}"/>
              </a:ext>
            </a:extLst>
          </p:cNvPr>
          <p:cNvSpPr txBox="1"/>
          <p:nvPr/>
        </p:nvSpPr>
        <p:spPr>
          <a:xfrm>
            <a:off x="9889721" y="1702260"/>
            <a:ext cx="1835868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 NIM Repository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CDB959-14F4-E42C-0DBB-75848CCCCACC}"/>
              </a:ext>
            </a:extLst>
          </p:cNvPr>
          <p:cNvSpPr txBox="1"/>
          <p:nvPr/>
        </p:nvSpPr>
        <p:spPr>
          <a:xfrm>
            <a:off x="2359920" y="267400"/>
            <a:ext cx="8697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Enterprise Pipeline using NVIDIA NIM and SQL Server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23C68D-9C4F-12C4-5BBC-5F1795A2BC60}"/>
              </a:ext>
            </a:extLst>
          </p:cNvPr>
          <p:cNvSpPr/>
          <p:nvPr/>
        </p:nvSpPr>
        <p:spPr>
          <a:xfrm>
            <a:off x="10328620" y="6111679"/>
            <a:ext cx="110836" cy="115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5CBDF1-AB26-236D-2A1C-5E3A50721BE5}"/>
              </a:ext>
            </a:extLst>
          </p:cNvPr>
          <p:cNvSpPr/>
          <p:nvPr/>
        </p:nvSpPr>
        <p:spPr>
          <a:xfrm>
            <a:off x="10776584" y="6111679"/>
            <a:ext cx="110836" cy="115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52D2CC-67AF-EEDC-1017-79716EC06FCB}"/>
              </a:ext>
            </a:extLst>
          </p:cNvPr>
          <p:cNvSpPr/>
          <p:nvPr/>
        </p:nvSpPr>
        <p:spPr>
          <a:xfrm>
            <a:off x="11215311" y="6102443"/>
            <a:ext cx="110836" cy="115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5DED3D-6678-DF55-D594-4495C9E0F907}"/>
              </a:ext>
            </a:extLst>
          </p:cNvPr>
          <p:cNvSpPr/>
          <p:nvPr/>
        </p:nvSpPr>
        <p:spPr>
          <a:xfrm>
            <a:off x="6705589" y="6091384"/>
            <a:ext cx="110836" cy="115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70A0A89-474F-C375-DD1A-21B1EF8D1292}"/>
              </a:ext>
            </a:extLst>
          </p:cNvPr>
          <p:cNvSpPr/>
          <p:nvPr/>
        </p:nvSpPr>
        <p:spPr>
          <a:xfrm>
            <a:off x="7153553" y="6091384"/>
            <a:ext cx="110836" cy="115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E3A311-8BE6-159A-2E37-5FEECEDC2E96}"/>
              </a:ext>
            </a:extLst>
          </p:cNvPr>
          <p:cNvSpPr/>
          <p:nvPr/>
        </p:nvSpPr>
        <p:spPr>
          <a:xfrm>
            <a:off x="7592280" y="6082148"/>
            <a:ext cx="110836" cy="115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39C423-DA37-CE21-B2FA-BE1BC997DE4E}"/>
              </a:ext>
            </a:extLst>
          </p:cNvPr>
          <p:cNvSpPr/>
          <p:nvPr/>
        </p:nvSpPr>
        <p:spPr>
          <a:xfrm>
            <a:off x="6198199" y="1884471"/>
            <a:ext cx="2388514" cy="4455622"/>
          </a:xfrm>
          <a:prstGeom prst="round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7A6BD7-8EF9-2B6B-D6E0-5430FDAA8987}"/>
              </a:ext>
            </a:extLst>
          </p:cNvPr>
          <p:cNvSpPr txBox="1"/>
          <p:nvPr/>
        </p:nvSpPr>
        <p:spPr>
          <a:xfrm>
            <a:off x="6351521" y="2032173"/>
            <a:ext cx="1719291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dirty="0"/>
              <a:t>On-premises</a:t>
            </a:r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19C866-9FE0-731A-E0BE-B9F2E9953531}"/>
              </a:ext>
            </a:extLst>
          </p:cNvPr>
          <p:cNvSpPr txBox="1"/>
          <p:nvPr/>
        </p:nvSpPr>
        <p:spPr>
          <a:xfrm>
            <a:off x="7053703" y="1702260"/>
            <a:ext cx="679203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ACA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8542E-D43D-6E07-0393-94D80173C71A}"/>
              </a:ext>
            </a:extLst>
          </p:cNvPr>
          <p:cNvSpPr txBox="1"/>
          <p:nvPr/>
        </p:nvSpPr>
        <p:spPr>
          <a:xfrm>
            <a:off x="2906598" y="657390"/>
            <a:ext cx="869775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Azure Cloud (Azure Container Apps) or On-premises (Azure Local)</a:t>
            </a:r>
          </a:p>
        </p:txBody>
      </p:sp>
      <p:pic>
        <p:nvPicPr>
          <p:cNvPr id="4" name="Picture 3" descr="A black hexagon with green balls&#10;&#10;Description automatically generated">
            <a:extLst>
              <a:ext uri="{FF2B5EF4-FFF2-40B4-BE49-F238E27FC236}">
                <a16:creationId xmlns:a16="http://schemas.microsoft.com/office/drawing/2014/main" id="{1BC561F6-6FF4-AB8D-19C1-6A6A62E1E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906" y="2182895"/>
            <a:ext cx="1039862" cy="121055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Picture 4" descr="A black hexagon with green balls&#10;&#10;Description automatically generated">
            <a:extLst>
              <a:ext uri="{FF2B5EF4-FFF2-40B4-BE49-F238E27FC236}">
                <a16:creationId xmlns:a16="http://schemas.microsoft.com/office/drawing/2014/main" id="{0C265858-B3B8-3B72-557F-F49D82F06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117" y="4715233"/>
            <a:ext cx="1039862" cy="121055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 descr="A black hexagon with green balls&#10;&#10;Description automatically generated">
            <a:extLst>
              <a:ext uri="{FF2B5EF4-FFF2-40B4-BE49-F238E27FC236}">
                <a16:creationId xmlns:a16="http://schemas.microsoft.com/office/drawing/2014/main" id="{AA49EE3F-8725-B7A2-FF81-666867F0D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612" y="3673106"/>
            <a:ext cx="347127" cy="457769"/>
          </a:xfrm>
          <a:prstGeom prst="rect">
            <a:avLst/>
          </a:prstGeom>
        </p:spPr>
      </p:pic>
      <p:pic>
        <p:nvPicPr>
          <p:cNvPr id="15" name="Picture 14" descr="A black hexagon with green balls&#10;&#10;Description automatically generated">
            <a:extLst>
              <a:ext uri="{FF2B5EF4-FFF2-40B4-BE49-F238E27FC236}">
                <a16:creationId xmlns:a16="http://schemas.microsoft.com/office/drawing/2014/main" id="{3EE069BD-15C7-8DB1-315D-702FC675F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568" y="4449666"/>
            <a:ext cx="347127" cy="457769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07552EF-41D5-2325-8533-5A30EFC9D02B}"/>
              </a:ext>
            </a:extLst>
          </p:cNvPr>
          <p:cNvCxnSpPr>
            <a:cxnSpLocks/>
          </p:cNvCxnSpPr>
          <p:nvPr/>
        </p:nvCxnSpPr>
        <p:spPr>
          <a:xfrm flipH="1" flipV="1">
            <a:off x="7920591" y="5364264"/>
            <a:ext cx="2365997" cy="16213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2" name="TextBox 31">
            <a:extLst>
              <a:ext uri="{FF2B5EF4-FFF2-40B4-BE49-F238E27FC236}">
                <a16:creationId xmlns:a16="http://schemas.microsoft.com/office/drawing/2014/main" id="{D59FD4E9-0095-185B-4EE1-4CF128202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98259" y="3472876"/>
            <a:ext cx="1583541" cy="399604"/>
          </a:xfrm>
          <a:prstGeom prst="roundRect">
            <a:avLst>
              <a:gd name="adj" fmla="val 28094"/>
            </a:avLst>
          </a:prstGeom>
          <a:ln w="1270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914367">
              <a:defRPr/>
            </a:pPr>
            <a:r>
              <a:rPr lang="en-US" sz="1200" b="1" dirty="0">
                <a:latin typeface="Segoe UI Semibold"/>
                <a:cs typeface="Segoe UI Semibold"/>
              </a:rPr>
              <a:t>https response</a:t>
            </a:r>
            <a:endParaRPr lang="en-US" b="1"/>
          </a:p>
        </p:txBody>
      </p:sp>
      <p:sp useBgFill="1">
        <p:nvSpPr>
          <p:cNvPr id="38" name="TextBox 37">
            <a:extLst>
              <a:ext uri="{FF2B5EF4-FFF2-40B4-BE49-F238E27FC236}">
                <a16:creationId xmlns:a16="http://schemas.microsoft.com/office/drawing/2014/main" id="{03C8471C-4151-16E5-AA6A-23EC521E5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325280" y="4413215"/>
            <a:ext cx="1583541" cy="399604"/>
          </a:xfrm>
          <a:prstGeom prst="roundRect">
            <a:avLst>
              <a:gd name="adj" fmla="val 28094"/>
            </a:avLst>
          </a:prstGeom>
          <a:ln w="1270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defTabSz="914367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OpenAI </a:t>
            </a:r>
            <a:r>
              <a:rPr lang="en-US" sz="1200" b="1" dirty="0">
                <a:solidFill>
                  <a:srgbClr val="000000"/>
                </a:solidFill>
                <a:latin typeface="Segoe UI Semibold"/>
              </a:rPr>
              <a:t>https request</a:t>
            </a:r>
            <a:endParaRPr lang="en-US" b="1" dirty="0" err="1">
              <a:ea typeface="+mn-ea"/>
              <a:cs typeface="+mn-cs"/>
            </a:endParaRPr>
          </a:p>
        </p:txBody>
      </p:sp>
      <p:sp useBgFill="1">
        <p:nvSpPr>
          <p:cNvPr id="44" name="TextBox 43">
            <a:extLst>
              <a:ext uri="{FF2B5EF4-FFF2-40B4-BE49-F238E27FC236}">
                <a16:creationId xmlns:a16="http://schemas.microsoft.com/office/drawing/2014/main" id="{5FF04B8A-D222-9C26-FE79-4C58A36C3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78093" y="5161294"/>
            <a:ext cx="1583541" cy="399604"/>
          </a:xfrm>
          <a:prstGeom prst="roundRect">
            <a:avLst>
              <a:gd name="adj" fmla="val 28094"/>
            </a:avLst>
          </a:prstGeom>
          <a:ln w="1270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914367">
              <a:defRPr/>
            </a:pPr>
            <a:endParaRPr lang="en-US" sz="1200" b="1" dirty="0">
              <a:latin typeface="Segoe UI Semibold"/>
              <a:cs typeface="Segoe UI Semibold"/>
            </a:endParaRPr>
          </a:p>
          <a:p>
            <a:pPr algn="ctr" defTabSz="914367">
              <a:defRPr/>
            </a:pPr>
            <a:r>
              <a:rPr lang="en-US" sz="1200" b="1" dirty="0">
                <a:latin typeface="Segoe UI Semibold"/>
                <a:cs typeface="Segoe UI Semibold"/>
              </a:rPr>
              <a:t>https response</a:t>
            </a:r>
            <a:endParaRPr lang="en-US" sz="1200" dirty="0">
              <a:latin typeface="Segoe UI Semibold"/>
              <a:cs typeface="Segoe UI Semibold"/>
            </a:endParaRPr>
          </a:p>
          <a:p>
            <a:pPr defTabSz="914367">
              <a:defRPr/>
            </a:pPr>
            <a:endParaRPr lang="en-US" sz="1200" b="1" dirty="0">
              <a:latin typeface="Segoe UI Semibold"/>
              <a:cs typeface="Segoe UI Semibold"/>
            </a:endParaRPr>
          </a:p>
        </p:txBody>
      </p:sp>
      <p:sp useBgFill="1">
        <p:nvSpPr>
          <p:cNvPr id="49" name="TextBox 48">
            <a:extLst>
              <a:ext uri="{FF2B5EF4-FFF2-40B4-BE49-F238E27FC236}">
                <a16:creationId xmlns:a16="http://schemas.microsoft.com/office/drawing/2014/main" id="{0066C233-1CB5-F7BD-8570-EC9D64A6E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47084" y="2775946"/>
            <a:ext cx="1583541" cy="399604"/>
          </a:xfrm>
          <a:prstGeom prst="roundRect">
            <a:avLst>
              <a:gd name="adj" fmla="val 28094"/>
            </a:avLst>
          </a:prstGeom>
          <a:ln w="1270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914367">
              <a:defRPr/>
            </a:pPr>
            <a:r>
              <a:rPr lang="en-US" sz="1200" b="1" dirty="0">
                <a:latin typeface="Segoe UI Semibold"/>
                <a:cs typeface="Segoe UI Semibold"/>
              </a:rPr>
              <a:t>pull image</a:t>
            </a:r>
            <a:endParaRPr lang="en-US" b="1"/>
          </a:p>
        </p:txBody>
      </p:sp>
      <p:sp useBgFill="1">
        <p:nvSpPr>
          <p:cNvPr id="53" name="TextBox 52">
            <a:extLst>
              <a:ext uri="{FF2B5EF4-FFF2-40B4-BE49-F238E27FC236}">
                <a16:creationId xmlns:a16="http://schemas.microsoft.com/office/drawing/2014/main" id="{B556C577-6581-CE5C-F017-F3FA2BED4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47085" y="3733360"/>
            <a:ext cx="1583541" cy="399604"/>
          </a:xfrm>
          <a:prstGeom prst="roundRect">
            <a:avLst>
              <a:gd name="adj" fmla="val 28094"/>
            </a:avLst>
          </a:prstGeom>
          <a:ln w="1270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914367">
              <a:defRPr/>
            </a:pPr>
            <a:r>
              <a:rPr lang="en-US" sz="1200" b="1" dirty="0">
                <a:latin typeface="Segoe UI Semibold"/>
                <a:cs typeface="Segoe UI Semibold"/>
              </a:rPr>
              <a:t>pull image</a:t>
            </a:r>
            <a:endParaRPr lang="en-US" b="1"/>
          </a:p>
        </p:txBody>
      </p:sp>
      <p:sp useBgFill="1">
        <p:nvSpPr>
          <p:cNvPr id="55" name="TextBox 54">
            <a:extLst>
              <a:ext uri="{FF2B5EF4-FFF2-40B4-BE49-F238E27FC236}">
                <a16:creationId xmlns:a16="http://schemas.microsoft.com/office/drawing/2014/main" id="{46DFB79B-7113-8F11-DDBA-59B02E4F3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48166" y="5179664"/>
            <a:ext cx="1583541" cy="399604"/>
          </a:xfrm>
          <a:prstGeom prst="roundRect">
            <a:avLst>
              <a:gd name="adj" fmla="val 28094"/>
            </a:avLst>
          </a:prstGeom>
          <a:ln w="1270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914367">
              <a:defRPr/>
            </a:pPr>
            <a:r>
              <a:rPr lang="en-US" sz="1200" b="1" dirty="0">
                <a:latin typeface="Segoe UI Semibold"/>
                <a:cs typeface="Segoe UI Semibold"/>
              </a:rPr>
              <a:t>pull image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76371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8" grpId="0" animBg="1"/>
      <p:bldP spid="44" grpId="0" animBg="1"/>
      <p:bldP spid="49" grpId="0" animBg="1"/>
      <p:bldP spid="53" grpId="0" animBg="1"/>
      <p:bldP spid="5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FC4E6B618C8B429E6063705BD0155E" ma:contentTypeVersion="16" ma:contentTypeDescription="Create a new document." ma:contentTypeScope="" ma:versionID="603868f676176a3406c5ac4306d4ae70">
  <xsd:schema xmlns:xsd="http://www.w3.org/2001/XMLSchema" xmlns:xs="http://www.w3.org/2001/XMLSchema" xmlns:p="http://schemas.microsoft.com/office/2006/metadata/properties" xmlns:ns3="0916bc99-2749-4219-be3a-f9fa105f12be" xmlns:ns4="94986fce-7f7f-486f-8db3-324fea0909be" targetNamespace="http://schemas.microsoft.com/office/2006/metadata/properties" ma:root="true" ma:fieldsID="ef922ed342cefb94e66423d81e19cf66" ns3:_="" ns4:_="">
    <xsd:import namespace="0916bc99-2749-4219-be3a-f9fa105f12be"/>
    <xsd:import namespace="94986fce-7f7f-486f-8db3-324fea0909b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_activity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6bc99-2749-4219-be3a-f9fa105f12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986fce-7f7f-486f-8db3-324fea0909b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916bc99-2749-4219-be3a-f9fa105f12be" xsi:nil="true"/>
  </documentManagement>
</p:properties>
</file>

<file path=customXml/itemProps1.xml><?xml version="1.0" encoding="utf-8"?>
<ds:datastoreItem xmlns:ds="http://schemas.openxmlformats.org/officeDocument/2006/customXml" ds:itemID="{BAE97A28-A962-4150-B5CB-20869DE43A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16bc99-2749-4219-be3a-f9fa105f12be"/>
    <ds:schemaRef ds:uri="94986fce-7f7f-486f-8db3-324fea0909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8A352D-DE5F-4028-AE10-A00EE2FAB2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6688A2-E035-440E-AC95-8359C9073BA5}">
  <ds:schemaRefs>
    <ds:schemaRef ds:uri="http://schemas.microsoft.com/office/2006/metadata/properties"/>
    <ds:schemaRef ds:uri="http://purl.org/dc/terms/"/>
    <ds:schemaRef ds:uri="0916bc99-2749-4219-be3a-f9fa105f12be"/>
    <ds:schemaRef ds:uri="94986fce-7f7f-486f-8db3-324fea0909b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Spiridonov</dc:creator>
  <cp:lastModifiedBy>Alexander Spiridonov</cp:lastModifiedBy>
  <cp:revision>1</cp:revision>
  <dcterms:created xsi:type="dcterms:W3CDTF">2025-11-11T01:38:04Z</dcterms:created>
  <dcterms:modified xsi:type="dcterms:W3CDTF">2025-11-11T01:40:57Z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0x010100A3FC4E6B618C8B429E6063705BD0155E</vt:lpwstr>
  </property>
</Properties>
</file>